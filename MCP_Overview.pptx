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2.png"/><Relationship Id="rId5" Type="http://schemas.openxmlformats.org/officeDocument/2006/relationships/image" Target="../media/image-11-5.png"/><Relationship Id="rId6" Type="http://schemas.openxmlformats.org/officeDocument/2006/relationships/image" Target="../media/image-11-2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1.png"/><Relationship Id="rId4" Type="http://schemas.openxmlformats.org/officeDocument/2006/relationships/image" Target="../media/image-12-1.png"/><Relationship Id="rId5" Type="http://schemas.openxmlformats.org/officeDocument/2006/relationships/image" Target="../media/image-12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68112" y="960120"/>
            <a:ext cx="1234440" cy="12344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" name="Image 0" descr="C:\Users\Shery.Nayak\AppData\Local\Temp\claude\c--Claude-Anthropic-SampleMCP\b6bc6311-0d54-4d5d-82c2-959547dd4d9f\scratchpad\mcp_pptx\icons\zap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16245" y="1108253"/>
            <a:ext cx="938174" cy="9381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51460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Context Protocol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5204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AI to Tools, Data, and Prompts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walkthrough, built from a working calculator MCP server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4" name="Image 0" descr="C:\Users\Shery.Nayak\AppData\Local\Temp\claude\c--Claude-Anthropic-SampleMCP\b6bc6311-0d54-4d5d-82c2-959547dd4d9f\scratchpad\mcp_pptx\icons\za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111" y="1622511"/>
            <a:ext cx="430865" cy="43086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17320" y="1499616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MCP?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4708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it solves, and why it exists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248716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8" name="Image 1" descr="C:\Users\Shery.Nayak\AppData\Local\Temp\claude\c--Claude-Anthropic-SampleMCP\b6bc6311-0d54-4d5d-82c2-959547dd4d9f\scratchpad\mcp_pptx\icons\us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111" y="2555199"/>
            <a:ext cx="430865" cy="43086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17320" y="2432304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vs. Server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1417320" y="2779776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talks to whom, and who starts whom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40080" y="3419856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2" descr="C:\Users\Shery.Nayak\AppData\Local\Temp\claude\c--Claude-Anthropic-SampleMCP\b6bc6311-0d54-4d5d-82c2-959547dd4d9f\scratchpad\mcp_pptx\icons\tool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111" y="3487887"/>
            <a:ext cx="430865" cy="43086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17320" y="336499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Tools, Resources &amp; Prompts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1417320" y="3712464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things a server can offer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0080" y="4352544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3" descr="C:\Users\Shery.Nayak\AppData\Local\Temp\claude\c--Claude-Anthropic-SampleMCP\b6bc6311-0d54-4d5d-82c2-959547dd4d9f\scratchpad\mcp_pptx\icons\glob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111" y="4420575"/>
            <a:ext cx="430865" cy="43086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417320" y="42976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Transports</a:t>
            </a:r>
            <a:endParaRPr lang="en-US" sz="1700" dirty="0"/>
          </a:p>
        </p:txBody>
      </p:sp>
      <p:sp>
        <p:nvSpPr>
          <p:cNvPr id="18" name="Text 12"/>
          <p:cNvSpPr txBox="1"/>
          <p:nvPr/>
        </p:nvSpPr>
        <p:spPr>
          <a:xfrm>
            <a:off x="1417320" y="464515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(stdio) vs. network (streamable-http)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640080" y="5285232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0" name="Image 4" descr="C:\Users\Shery.Nayak\AppData\Local\Temp\claude\c--Claude-Anthropic-SampleMCP\b6bc6311-0d54-4d5d-82c2-959547dd4d9f\scratchpad\mcp_pptx\icons\check_circl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111" y="5353263"/>
            <a:ext cx="430865" cy="430865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417320" y="523036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Recap &amp; Takeaways</a:t>
            </a:r>
            <a:endParaRPr lang="en-US" sz="1700" dirty="0"/>
          </a:p>
        </p:txBody>
      </p:sp>
      <p:sp>
        <p:nvSpPr>
          <p:cNvPr id="22" name="Text 15"/>
          <p:cNvSpPr txBox="1"/>
          <p:nvPr/>
        </p:nvSpPr>
        <p:spPr>
          <a:xfrm>
            <a:off x="1417320" y="557784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actually built and ran</a:t>
            </a:r>
            <a:endParaRPr lang="en-US" sz="1300" dirty="0"/>
          </a:p>
        </p:txBody>
      </p:sp>
      <p:sp>
        <p:nvSpPr>
          <p:cNvPr id="23" name="Text 16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— Model Context Protocol</a:t>
            </a:r>
            <a:endParaRPr lang="en-US" sz="1000" dirty="0"/>
          </a:p>
        </p:txBody>
      </p:sp>
      <p:sp>
        <p:nvSpPr>
          <p:cNvPr id="24" name="Text 17"/>
          <p:cNvSpPr txBox="1"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Every Integration Was One-Off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MCP, every AI app had to write custom, one-off code for every external system it wanted to use.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257800" cy="4114800"/>
          </a:xfrm>
          <a:prstGeom prst="roundRect">
            <a:avLst>
              <a:gd name="adj" fmla="val 2667"/>
            </a:avLst>
          </a:prstGeom>
          <a:solidFill>
            <a:srgbClr val="F4F7F9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286000"/>
            <a:ext cx="502920" cy="502920"/>
          </a:xfrm>
          <a:prstGeom prst="ellipse">
            <a:avLst/>
          </a:prstGeom>
          <a:solidFill>
            <a:srgbClr val="B00020"/>
          </a:solidFill>
          <a:ln/>
        </p:spPr>
      </p:sp>
      <p:pic>
        <p:nvPicPr>
          <p:cNvPr id="6" name="Image 0" descr="C:\Users\Shery.Nayak\AppData\Local\Temp\claude\c--Claude-Anthropic-SampleMCP\b6bc6311-0d54-4d5d-82c2-959547dd4d9f\scratchpad\mcp_pptx\icons\x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030" y="2346350"/>
            <a:ext cx="382219" cy="38221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22860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MCP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97180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 connector per AI app per tool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630168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auth, error handling, schemas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4288536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apps x M tools = N x M integrations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4946904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reuse or swap AI clients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355080" y="1965960"/>
            <a:ext cx="5257800" cy="4114800"/>
          </a:xfrm>
          <a:prstGeom prst="roundRect">
            <a:avLst>
              <a:gd name="adj" fmla="val 2667"/>
            </a:avLst>
          </a:prstGeom>
          <a:solidFill>
            <a:srgbClr val="F4F7F9"/>
          </a:solidFill>
          <a:ln/>
        </p:spPr>
      </p:sp>
      <p:sp>
        <p:nvSpPr>
          <p:cNvPr id="13" name="Shape 10"/>
          <p:cNvSpPr/>
          <p:nvPr/>
        </p:nvSpPr>
        <p:spPr>
          <a:xfrm>
            <a:off x="6675120" y="22860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1" descr="C:\Users\Shery.Nayak\AppData\Local\Temp\claude\c--Claude-Anthropic-SampleMCP\b6bc6311-0d54-4d5d-82c2-959547dd4d9f\scratchpad\mcp_pptx\icons\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5470" y="2346350"/>
            <a:ext cx="382219" cy="382219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360920" y="22860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MCP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6675120" y="297180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standard protocol, many servers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6675120" y="3630168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MCP client works with any MCP server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6675120" y="4288536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integration once, reuse everywhere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6675120" y="4946904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Claude Desktop, an IDE, or your own script freely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— Model Context Protocol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MCP?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37160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is an open standard that lets an AI model connect to external tools, data, and prompt templates through one common protocol.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32461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C:\Users\Shery.Nayak\AppData\Local\Temp\claude\c--Claude-Anthropic-SampleMCP\b6bc6311-0d54-4d5d-82c2-959547dd4d9f\scratchpad\mcp_pptx\icons\glob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3322930"/>
            <a:ext cx="486461" cy="48646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329184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Think: USB-C for AI applications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691640" y="37947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physical connector shape, many different devices behind it. You don't rewire your laptop for every accessory — you just plug in. MCP does the same for AI: one protocol shape, any tool behind it.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deck, our "tool behind the connector" is a small calculator server we built and ran ourselves.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— Model Context Protocol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vs. Server: Who Does What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4206240" cy="2377440"/>
          </a:xfrm>
          <a:prstGeom prst="roundRect">
            <a:avLst>
              <a:gd name="adj" fmla="val 4615"/>
            </a:avLst>
          </a:prstGeom>
          <a:solidFill>
            <a:srgbClr val="F4F7F9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21488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C:\Users\Shery.Nayak\AppData\Local\Temp\claude\c--Claude-Anthropic-SampleMCP\b6bc6311-0d54-4d5d-82c2-959547dd4d9f\scratchpad\mcp_pptx\icons\us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8837" y="2214677"/>
            <a:ext cx="416966" cy="41696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28800" y="21762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143000" y="2788920"/>
            <a:ext cx="3657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Initiates every request. Decides what to ask for and what to do with the answer.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Claude Desktop, the MCP Inspector, our mcp_client.py</a:t>
            </a:r>
            <a:endParaRPr lang="en-US" sz="1250" dirty="0"/>
          </a:p>
        </p:txBody>
      </p:sp>
      <p:pic>
        <p:nvPicPr>
          <p:cNvPr id="8" name="Image 1" descr="C:\Users\Shery.Nayak\AppData\Local\Temp\claude\c--Claude-Anthropic-SampleMCP\b6bc6311-0d54-4d5d-82c2-959547dd4d9f\scratchpad\mcp_pptx\icons\arrow_right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2697480"/>
            <a:ext cx="548640" cy="5486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074920" y="32918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for capabilities,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tools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6126480" y="1828800"/>
            <a:ext cx="4206240" cy="2377440"/>
          </a:xfrm>
          <a:prstGeom prst="roundRect">
            <a:avLst>
              <a:gd name="adj" fmla="val 4615"/>
            </a:avLst>
          </a:prstGeom>
          <a:solidFill>
            <a:srgbClr val="F4F7F9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446520" y="21488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2" descr="C:\Users\Shery.Nayak\AppData\Local\Temp\claude\c--Claude-Anthropic-SampleMCP\b6bc6311-0d54-4d5d-82c2-959547dd4d9f\scratchpad\mcp_pptx\icons\serve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2357" y="2214677"/>
            <a:ext cx="416966" cy="41696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132320" y="21762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6446520" y="2788920"/>
            <a:ext cx="3657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capabilities and only reacts. Never speaks first.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our mcp_server.py (add, subtract, multiply)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22960" y="4617720"/>
            <a:ext cx="9509760" cy="1005840"/>
          </a:xfrm>
          <a:prstGeom prst="roundRect">
            <a:avLst>
              <a:gd name="adj" fmla="val 9091"/>
            </a:avLst>
          </a:prstGeom>
          <a:solidFill>
            <a:srgbClr val="FFF7E0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1143000" y="4617720"/>
            <a:ext cx="8869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a waiter (client) walks up and orders a dish; the kitchen (server) cooks only when asked, never walks out unprompted.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— Model Context Protocol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Twist: Who Starts Whom?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“Server” doesn't mean “always-on machine somewhere.” With stdio transport, the client launches the server itself, as a subprocess.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188720" y="2103120"/>
            <a:ext cx="9784080" cy="265176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9050">
            <a:solidFill>
              <a:srgbClr val="21295C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146304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process tree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0" y="27889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C:\Users\Shery.Nayak\AppData\Local\Temp\claude\c--Claude-Anthropic-SampleMCP\b6bc6311-0d54-4d5d-82c2-959547dd4d9f\scratchpad\mcp_pptx\icons\us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610" y="286573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3520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mcp_client.py</a:t>
            </a:r>
            <a:endParaRPr lang="en-US" sz="1200" dirty="0"/>
          </a:p>
        </p:txBody>
      </p:sp>
      <p:pic>
        <p:nvPicPr>
          <p:cNvPr id="9" name="Image 1" descr="C:\Users\Shery.Nayak\AppData\Local\Temp\claude\c--Claude-Anthropic-SampleMCP\b6bc6311-0d54-4d5d-82c2-959547dd4d9f\scratchpad\mcp_pptx\icons\arrow_right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2852928"/>
            <a:ext cx="502920" cy="5029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880360" y="340156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spawns: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mcp_server.py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4160520" y="27889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2" descr="C:\Users\Shery.Nayak\AppData\Local\Temp\claude\c--Claude-Anthropic-SampleMCP\b6bc6311-0d54-4d5d-82c2-959547dd4d9f\scratchpad\mcp_pptx\icons\serve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7330" y="2865730"/>
            <a:ext cx="486461" cy="486461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749040" y="3520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mcp_server.py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5486400" y="3108960"/>
            <a:ext cx="914400" cy="0"/>
          </a:xfrm>
          <a:prstGeom prst="line">
            <a:avLst/>
          </a:prstGeom>
          <a:noFill/>
          <a:ln w="19050">
            <a:solidFill>
              <a:srgbClr val="5A6472"/>
            </a:solidFill>
            <a:prstDash val="dash"/>
            <a:headEnd type="triangle"/>
            <a:tailEnd type="triangle"/>
          </a:ln>
        </p:spPr>
      </p:sp>
      <p:sp>
        <p:nvSpPr>
          <p:cNvPr id="15" name="Text 10"/>
          <p:cNvSpPr txBox="1"/>
          <p:nvPr/>
        </p:nvSpPr>
        <p:spPr>
          <a:xfrm>
            <a:off x="5257800" y="3200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stdin / stdout pipes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6949440" y="278892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7" name="Image 3" descr="C:\Users\Shery.Nayak\AppData\Local\Temp\claude\c--Claude-Anthropic-SampleMCP\b6bc6311-0d54-4d5d-82c2-959547dd4d9f\scratchpad\mcp_pptx\icons\terminal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6250" y="2865730"/>
            <a:ext cx="486461" cy="486461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446520" y="35204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machine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process tree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1463040" y="4343400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 when the client disconnects. Perfect for local tools launched by Claude Desktop or the Inspector.</a:t>
            </a:r>
            <a:endParaRPr lang="en-US" sz="1150" dirty="0"/>
          </a:p>
        </p:txBody>
      </p:sp>
      <p:sp>
        <p:nvSpPr>
          <p:cNvPr id="20" name="Text 14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— Model Context Protocol</a:t>
            </a:r>
            <a:endParaRPr lang="en-US" sz="1000" dirty="0"/>
          </a:p>
        </p:txBody>
      </p:sp>
      <p:sp>
        <p:nvSpPr>
          <p:cNvPr id="21" name="Text 15"/>
          <p:cNvSpPr txBox="1"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Things a Server Can Offer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520440" cy="4297680"/>
          </a:xfrm>
          <a:prstGeom prst="roundRect">
            <a:avLst>
              <a:gd name="adj" fmla="val 3117"/>
            </a:avLst>
          </a:prstGeom>
          <a:solidFill>
            <a:srgbClr val="F4F7F9"/>
          </a:solidFill>
          <a:ln/>
        </p:spPr>
      </p:sp>
      <p:sp>
        <p:nvSpPr>
          <p:cNvPr id="4" name="Shape 2"/>
          <p:cNvSpPr/>
          <p:nvPr/>
        </p:nvSpPr>
        <p:spPr>
          <a:xfrm>
            <a:off x="1943100" y="201168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C:\Users\Shery.Nayak\AppData\Local\Temp\claude\c--Claude-Anthropic-SampleMCP\b6bc6311-0d54-4d5d-82c2-959547dd4d9f\scratchpad\mcp_pptx\icons\too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0882" y="2099462"/>
            <a:ext cx="555955" cy="55595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9718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3832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verb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93192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the model can CALL to get a result.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add(a, b) → 15.0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43400" y="1600200"/>
            <a:ext cx="3520440" cy="4297680"/>
          </a:xfrm>
          <a:prstGeom prst="roundRect">
            <a:avLst>
              <a:gd name="adj" fmla="val 3117"/>
            </a:avLst>
          </a:prstGeom>
          <a:solidFill>
            <a:srgbClr val="F4F7F9"/>
          </a:solidFill>
          <a:ln/>
        </p:spPr>
      </p:sp>
      <p:sp>
        <p:nvSpPr>
          <p:cNvPr id="10" name="Shape 7"/>
          <p:cNvSpPr/>
          <p:nvPr/>
        </p:nvSpPr>
        <p:spPr>
          <a:xfrm>
            <a:off x="5737860" y="20116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C:\Users\Shery.Nayak\AppData\Local\Temp\claude\c--Claude-Anthropic-SampleMCP\b6bc6311-0d54-4d5d-82c2-959547dd4d9f\scratchpad\mcp_pptx\icons\databas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5642" y="2099462"/>
            <a:ext cx="555955" cy="55595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343400" y="29718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Resources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4343400" y="33832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noun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4663440" y="393192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the client can READ.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calc://history → JSON list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138160" y="1600200"/>
            <a:ext cx="3520440" cy="4297680"/>
          </a:xfrm>
          <a:prstGeom prst="roundRect">
            <a:avLst>
              <a:gd name="adj" fmla="val 3117"/>
            </a:avLst>
          </a:prstGeom>
          <a:solidFill>
            <a:srgbClr val="F4F7F9"/>
          </a:solidFill>
          <a:ln/>
        </p:spPr>
      </p:sp>
      <p:sp>
        <p:nvSpPr>
          <p:cNvPr id="16" name="Shape 12"/>
          <p:cNvSpPr/>
          <p:nvPr/>
        </p:nvSpPr>
        <p:spPr>
          <a:xfrm>
            <a:off x="9532620" y="2011680"/>
            <a:ext cx="731520" cy="73152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7" name="Image 2" descr="C:\Users\Shery.Nayak\AppData\Local\Temp\claude\c--Claude-Anthropic-SampleMCP\b6bc6311-0d54-4d5d-82c2-959547dd4d9f\scratchpad\mcp_pptx\icons\messag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0402" y="2099462"/>
            <a:ext cx="555955" cy="55595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138160" y="29718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Prompts</a:t>
            </a:r>
            <a:endParaRPr lang="en-US" sz="1900" dirty="0"/>
          </a:p>
        </p:txBody>
      </p:sp>
      <p:sp>
        <p:nvSpPr>
          <p:cNvPr id="19" name="Text 14"/>
          <p:cNvSpPr txBox="1"/>
          <p:nvPr/>
        </p:nvSpPr>
        <p:spPr>
          <a:xfrm>
            <a:off x="8138160" y="33832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template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8458200" y="393192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 message template the client FETCHES.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explain_calculation(...)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— Model Context Protocol</a:t>
            </a:r>
            <a:endParaRPr lang="en-US" sz="1000" dirty="0"/>
          </a:p>
        </p:txBody>
      </p:sp>
      <p:sp>
        <p:nvSpPr>
          <p:cNvPr id="22" name="Text 17"/>
          <p:cNvSpPr txBox="1"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Tools, in Our Code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492240" cy="4480560"/>
          </a:xfrm>
          <a:prstGeom prst="roundRect">
            <a:avLst>
              <a:gd name="adj" fmla="val 2041"/>
            </a:avLst>
          </a:prstGeom>
          <a:solidFill>
            <a:srgbClr val="0E1A2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5943600" cy="40233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 = MCPServer(name="calculator")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@server.tool()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add(a: float, b: float) -&gt; float: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"""Add two numbers."""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a + b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_record("add", a, b, result)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result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269480" y="1463040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@server.tool() turns a plain Python function into something the model can call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269480" y="2514600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docstring becomes the tool's description — the model reads THIS, not your code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269480" y="3566160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hints (float) become the JSON schema for arguments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69480" y="4617720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sends: call_tool("add", {a: 10, b: 5})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— Model Context Protocol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Resources &amp; Prompts, in Our Code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4F7F9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459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C:\Users\Shery.Nayak\AppData\Local\Temp\claude\c--Claude-Anthropic-SampleMCP\b6bc6311-0d54-4d5d-82c2-959547dd4d9f\scratchpad\mcp_pptx\icons\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3310" y="1706270"/>
            <a:ext cx="382219" cy="38221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6916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Resource: calc://history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3172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1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@server.resource("calc://history")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E1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get_history() -&gt; str: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E1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json.dumps(history, indent=2)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6576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add/subtract/multiply call records itself. A client can read this URI to see the full calculation log.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09360" y="137160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4F7F9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0" y="1645920"/>
            <a:ext cx="502920" cy="50292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1" name="Image 1" descr="C:\Users\Shery.Nayak\AppData\Local\Temp\claude\c--Claude-Anthropic-SampleMCP\b6bc6311-0d54-4d5d-82c2-959547dd4d9f\scratchpad\mcp_pptx\icons\messag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4030" y="1706270"/>
            <a:ext cx="382219" cy="38221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69480" y="16916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Prompt: explain_calculation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583680" y="233172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1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@server.prompt()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E1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explain_calculation(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E1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operation, a, b, result) -&gt; str: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E1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f"Explain why {operation}"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E1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f"({a}, {b}) == {result}."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6583680" y="38404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reusable, parameterized message template. The client fetches it filled-in, then hands it straight to the model.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— Model Context Protocol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Transports: stdio vs. Network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417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75888" y="1417320"/>
            <a:ext cx="3931920" cy="621792"/>
          </a:xfrm>
          <a:prstGeom prst="roundRect">
            <a:avLst>
              <a:gd name="adj" fmla="val 11765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813048" y="14173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stdio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17536" y="1417320"/>
            <a:ext cx="3931920" cy="621792"/>
          </a:xfrm>
          <a:prstGeom prst="roundRect">
            <a:avLst>
              <a:gd name="adj" fmla="val 11765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54696" y="14173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streamable-http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13055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starts the server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813048" y="213055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spawns it as a subprocess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854696" y="213055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runs on its own, standalone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84378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talk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813048" y="2843784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Pipes (stdin / stdout)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854696" y="2843784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HTTP requests over TCP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55701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813048" y="3557016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 when client disconnects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854696" y="3557016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running; many clients can connect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427024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can live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3813048" y="427024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machine only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854696" y="427024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reachable host — network or cloud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4983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code needs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3813048" y="49834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command + file path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854696" y="49834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 URL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2075688"/>
            <a:ext cx="10972800" cy="0"/>
          </a:xfrm>
          <a:prstGeom prst="line">
            <a:avLst/>
          </a:prstGeom>
          <a:noFill/>
          <a:ln w="12700">
            <a:solidFill>
              <a:srgbClr val="E3E7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2788920"/>
            <a:ext cx="10972800" cy="0"/>
          </a:xfrm>
          <a:prstGeom prst="line">
            <a:avLst/>
          </a:prstGeom>
          <a:noFill/>
          <a:ln w="12700">
            <a:solidFill>
              <a:srgbClr val="E3E7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3502152"/>
            <a:ext cx="10972800" cy="0"/>
          </a:xfrm>
          <a:prstGeom prst="line">
            <a:avLst/>
          </a:prstGeom>
          <a:noFill/>
          <a:ln w="12700">
            <a:solidFill>
              <a:srgbClr val="E3E7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215384"/>
            <a:ext cx="10972800" cy="0"/>
          </a:xfrm>
          <a:prstGeom prst="line">
            <a:avLst/>
          </a:prstGeom>
          <a:noFill/>
          <a:ln w="12700">
            <a:solidFill>
              <a:srgbClr val="E3E7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4928616"/>
            <a:ext cx="10972800" cy="0"/>
          </a:xfrm>
          <a:prstGeom prst="line">
            <a:avLst/>
          </a:prstGeom>
          <a:noFill/>
          <a:ln w="12700">
            <a:solidFill>
              <a:srgbClr val="E3E7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5641848"/>
            <a:ext cx="10972800" cy="0"/>
          </a:xfrm>
          <a:prstGeom prst="line">
            <a:avLst/>
          </a:prstGeom>
          <a:noFill/>
          <a:ln w="12700">
            <a:solidFill>
              <a:srgbClr val="E3E7E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— Model Context Protocol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Actually Built &amp; Ran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4480560" cy="1097280"/>
          </a:xfrm>
          <a:prstGeom prst="roundRect">
            <a:avLst>
              <a:gd name="adj" fmla="val 8333"/>
            </a:avLst>
          </a:prstGeom>
          <a:solidFill>
            <a:srgbClr val="F4F7F9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591056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C:\Users\Shery.Nayak\AppData\Local\Temp\claude\c--Claude-Anthropic-SampleMCP\b6bc6311-0d54-4d5d-82c2-959547dd4d9f\scratchpad\mcp_pptx\icons\serv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797" y="1656893"/>
            <a:ext cx="416966" cy="41696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49961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mcp_server.py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84708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subtract / multiply + history resource + explain prompt</a:t>
            </a:r>
            <a:endParaRPr lang="en-US" sz="1050" dirty="0"/>
          </a:p>
        </p:txBody>
      </p:sp>
      <p:pic>
        <p:nvPicPr>
          <p:cNvPr id="8" name="Image 1" descr="C:\Users\Shery.Nayak\AppData\Local\Temp\claude\c--Claude-Anthropic-SampleMCP\b6bc6311-0d54-4d5d-82c2-959547dd4d9f\scratchpad\mcp_pptx\icons\arrow_right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2852928"/>
            <a:ext cx="502920" cy="5029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943600" y="2651760"/>
            <a:ext cx="5669280" cy="914400"/>
          </a:xfrm>
          <a:prstGeom prst="roundRect">
            <a:avLst>
              <a:gd name="adj" fmla="val 10000"/>
            </a:avLst>
          </a:prstGeom>
          <a:solidFill>
            <a:srgbClr val="F4F7F9"/>
          </a:solidFill>
          <a:ln/>
        </p:spPr>
      </p:sp>
      <p:sp>
        <p:nvSpPr>
          <p:cNvPr id="10" name="Shape 6"/>
          <p:cNvSpPr/>
          <p:nvPr/>
        </p:nvSpPr>
        <p:spPr>
          <a:xfrm>
            <a:off x="6172200" y="28346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2" descr="C:\Users\Shery.Nayak\AppData\Local\Temp\claude\c--Claude-Anthropic-SampleMCP\b6bc6311-0d54-4d5d-82c2-959547dd4d9f\scratchpad\mcp_pptx\icons\terminal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2550" y="2894990"/>
            <a:ext cx="382219" cy="382219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858000" y="276148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Inspector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6858000" y="31089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UI, connects over stdio via python mcp_server.py</a:t>
            </a:r>
            <a:endParaRPr lang="en-US" sz="1100" dirty="0"/>
          </a:p>
        </p:txBody>
      </p:sp>
      <p:pic>
        <p:nvPicPr>
          <p:cNvPr id="14" name="Image 3" descr="C:\Users\Shery.Nayak\AppData\Local\Temp\claude\c--Claude-Anthropic-SampleMCP\b6bc6311-0d54-4d5d-82c2-959547dd4d9f\scratchpad\mcp_pptx\icons\arrow_right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3950208"/>
            <a:ext cx="502920" cy="50292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5943600" y="3749040"/>
            <a:ext cx="5669280" cy="914400"/>
          </a:xfrm>
          <a:prstGeom prst="roundRect">
            <a:avLst>
              <a:gd name="adj" fmla="val 10000"/>
            </a:avLst>
          </a:prstGeom>
          <a:solidFill>
            <a:srgbClr val="F4F7F9"/>
          </a:solidFill>
          <a:ln/>
        </p:spPr>
      </p:sp>
      <p:sp>
        <p:nvSpPr>
          <p:cNvPr id="16" name="Shape 10"/>
          <p:cNvSpPr/>
          <p:nvPr/>
        </p:nvSpPr>
        <p:spPr>
          <a:xfrm>
            <a:off x="6172200" y="39319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4" descr="C:\Users\Shery.Nayak\AppData\Local\Temp\claude\c--Claude-Anthropic-SampleMCP\b6bc6311-0d54-4d5d-82c2-959547dd4d9f\scratchpad\mcp_pptx\icons\user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2550" y="3992270"/>
            <a:ext cx="382219" cy="382219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6858000" y="385876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mcp_client.py</a:t>
            </a:r>
            <a:endParaRPr lang="en-US" sz="1400" dirty="0"/>
          </a:p>
        </p:txBody>
      </p:sp>
      <p:sp>
        <p:nvSpPr>
          <p:cNvPr id="19" name="Text 12"/>
          <p:cNvSpPr txBox="1"/>
          <p:nvPr/>
        </p:nvSpPr>
        <p:spPr>
          <a:xfrm>
            <a:off x="6858000" y="4206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own script, spawns the server over stdio</a:t>
            </a:r>
            <a:endParaRPr lang="en-US" sz="1100" dirty="0"/>
          </a:p>
        </p:txBody>
      </p:sp>
      <p:pic>
        <p:nvPicPr>
          <p:cNvPr id="20" name="Image 5" descr="C:\Users\Shery.Nayak\AppData\Local\Temp\claude\c--Claude-Anthropic-SampleMCP\b6bc6311-0d54-4d5d-82c2-959547dd4d9f\scratchpad\mcp_pptx\icons\arrow_right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2080" y="5047488"/>
            <a:ext cx="502920" cy="502920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5943600" y="4846320"/>
            <a:ext cx="5669280" cy="914400"/>
          </a:xfrm>
          <a:prstGeom prst="roundRect">
            <a:avLst>
              <a:gd name="adj" fmla="val 10000"/>
            </a:avLst>
          </a:prstGeom>
          <a:solidFill>
            <a:srgbClr val="F4F7F9"/>
          </a:solidFill>
          <a:ln/>
        </p:spPr>
      </p:sp>
      <p:sp>
        <p:nvSpPr>
          <p:cNvPr id="22" name="Shape 14"/>
          <p:cNvSpPr/>
          <p:nvPr/>
        </p:nvSpPr>
        <p:spPr>
          <a:xfrm>
            <a:off x="6172200" y="50292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3" name="Image 6" descr="C:\Users\Shery.Nayak\AppData\Local\Temp\claude\c--Claude-Anthropic-SampleMCP\b6bc6311-0d54-4d5d-82c2-959547dd4d9f\scratchpad\mcp_pptx\icons\globe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2550" y="5089550"/>
            <a:ext cx="382219" cy="382219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6858000" y="495604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mcp_client_http.py</a:t>
            </a:r>
            <a:endParaRPr lang="en-US" sz="1400" dirty="0"/>
          </a:p>
        </p:txBody>
      </p:sp>
      <p:sp>
        <p:nvSpPr>
          <p:cNvPr id="25" name="Text 16"/>
          <p:cNvSpPr txBox="1"/>
          <p:nvPr/>
        </p:nvSpPr>
        <p:spPr>
          <a:xfrm>
            <a:off x="6858000" y="5303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mcp_server_http.py over a real URL</a:t>
            </a:r>
            <a:endParaRPr lang="en-US" sz="1100" dirty="0"/>
          </a:p>
        </p:txBody>
      </p:sp>
      <p:sp>
        <p:nvSpPr>
          <p:cNvPr id="26" name="Text 17"/>
          <p:cNvSpPr txBox="1"/>
          <p:nvPr/>
        </p:nvSpPr>
        <p:spPr>
          <a:xfrm>
            <a:off x="548640" y="5943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server code, three different clients — that's the point of a shared protocol.</a:t>
            </a:r>
            <a:endParaRPr lang="en-US" sz="1200" dirty="0"/>
          </a:p>
        </p:txBody>
      </p:sp>
      <p:sp>
        <p:nvSpPr>
          <p:cNvPr id="27" name="Text 18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— Model Context Protocol</a:t>
            </a:r>
            <a:endParaRPr lang="en-US" sz="1000" dirty="0"/>
          </a:p>
        </p:txBody>
      </p:sp>
      <p:sp>
        <p:nvSpPr>
          <p:cNvPr id="28" name="Text 19"/>
          <p:cNvSpPr txBox="1"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C:\Users\Shery.Nayak\AppData\Local\Temp\claude\c--Claude-Anthropic-SampleMCP\b6bc6311-0d54-4d5d-82c2-959547dd4d9f\scratchpad\mcp_pptx\icons\check_circ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430" y="1614830"/>
            <a:ext cx="382219" cy="38221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71600" y="1572768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is a shared protocol — write the server once, use it from any client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40080" y="245059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1" descr="C:\Users\Shery.Nayak\AppData\Local\Temp\claude\c--Claude-Anthropic-SampleMCP\b6bc6311-0d54-4d5d-82c2-959547dd4d9f\scratchpad\mcp_pptx\icons\check_circl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430" y="2510942"/>
            <a:ext cx="382219" cy="382219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71600" y="246888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always initiates; server only reacts, never speaks first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640080" y="3346704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2" descr="C:\Users\Shery.Nayak\AppData\Local\Temp\claude\c--Claude-Anthropic-SampleMCP\b6bc6311-0d54-4d5d-82c2-959547dd4d9f\scratchpad\mcp_pptx\icons\check_circl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430" y="3407054"/>
            <a:ext cx="382219" cy="382219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71600" y="336499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= call something, Resources = read something, Prompts = fetch a template</a:t>
            </a:r>
            <a:endParaRPr lang="en-US" sz="1450" dirty="0"/>
          </a:p>
        </p:txBody>
      </p:sp>
      <p:sp>
        <p:nvSpPr>
          <p:cNvPr id="12" name="Shape 7"/>
          <p:cNvSpPr/>
          <p:nvPr/>
        </p:nvSpPr>
        <p:spPr>
          <a:xfrm>
            <a:off x="640080" y="4242816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3" descr="C:\Users\Shery.Nayak\AppData\Local\Temp\claude\c--Claude-Anthropic-SampleMCP\b6bc6311-0d54-4d5d-82c2-959547dd4d9f\scratchpad\mcp_pptx\icons\check_circl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430" y="4303166"/>
            <a:ext cx="382219" cy="382219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371600" y="4261104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stdio for local, spawned servers; streamable-http for standalone, networked servers</a:t>
            </a:r>
            <a:endParaRPr lang="en-US" sz="1450" dirty="0"/>
          </a:p>
        </p:txBody>
      </p:sp>
      <p:sp>
        <p:nvSpPr>
          <p:cNvPr id="15" name="Shape 9"/>
          <p:cNvSpPr/>
          <p:nvPr/>
        </p:nvSpPr>
        <p:spPr>
          <a:xfrm>
            <a:off x="640080" y="513892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4" descr="C:\Users\Shery.Nayak\AppData\Local\Temp\claude\c--Claude-Anthropic-SampleMCP\b6bc6311-0d54-4d5d-82c2-959547dd4d9f\scratchpad\mcp_pptx\icons\check_circl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430" y="5199278"/>
            <a:ext cx="382219" cy="382219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371600" y="5157216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mcp_server.py worked unchanged across the Inspector, our own script, and HTTP</a:t>
            </a:r>
            <a:endParaRPr lang="en-US" sz="1450" dirty="0"/>
          </a:p>
        </p:txBody>
      </p:sp>
      <p:sp>
        <p:nvSpPr>
          <p:cNvPr id="18" name="Text 11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— Model Context Protocol</a:t>
            </a:r>
            <a:endParaRPr lang="en-US" sz="1000" dirty="0"/>
          </a:p>
        </p:txBody>
      </p:sp>
      <p:sp>
        <p:nvSpPr>
          <p:cNvPr id="19" name="Text 12"/>
          <p:cNvSpPr txBox="1"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68112" y="1280160"/>
            <a:ext cx="1097280" cy="10972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" name="Image 0" descr="C:\Users\Shery.Nayak\AppData\Local\Temp\claude\c--Claude-Anthropic-SampleMCP\b6bc6311-0d54-4d5d-82c2-959547dd4d9f\scratchpad\mcp_pptx\icons\messag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9786" y="1411834"/>
            <a:ext cx="833933" cy="83393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743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6118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2026-09-18T07:50:50Z</dcterms:created>
  <dcterms:modified xsi:type="dcterms:W3CDTF">2026-09-18T07:50:50Z</dcterms:modified>
</cp:coreProperties>
</file>